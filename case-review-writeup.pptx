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36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 AI Investigator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case review for long-term-care fraud triage - take-home prototype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46A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LTC fraud investigator, opening their queue for the day.  </a:t>
            </a: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Job-to-be-done: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within seconds which of today's referrals are worth real time, and why before reading a single raw signal.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644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69417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full evidence trail for all 50 cases, computed from all 10 signals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3891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433425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cross-case pattern no single row shows: two cases sharing one claim number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97433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filterable queue  highest risk surfaces first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6692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669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6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61441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reject, investigator notes, and a grounded follow-up chat per case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0632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32644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left out, and why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37960" y="3749040"/>
            <a:ext cx="310896" cy="31089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6" dirty="0"/>
          </a:p>
        </p:txBody>
      </p:sp>
      <p:sp>
        <p:nvSpPr>
          <p:cNvPr id="24" name="Text 22"/>
          <p:cNvSpPr txBox="1"/>
          <p:nvPr/>
        </p:nvSpPr>
        <p:spPr>
          <a:xfrm>
            <a:off x="7013448" y="369417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 one clean, auditable reasoning path beats several immature agents at this scale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4389120"/>
            <a:ext cx="310896" cy="31089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6" dirty="0"/>
          </a:p>
        </p:txBody>
      </p:sp>
      <p:sp>
        <p:nvSpPr>
          <p:cNvPr id="27" name="Text 25"/>
          <p:cNvSpPr txBox="1"/>
          <p:nvPr/>
        </p:nvSpPr>
        <p:spPr>
          <a:xfrm>
            <a:off x="7013448" y="433425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multi-investigator accounts  explicitly out of scope for this exercise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5029200"/>
            <a:ext cx="310896" cy="31089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6" dirty="0"/>
          </a:p>
        </p:txBody>
      </p:sp>
      <p:sp>
        <p:nvSpPr>
          <p:cNvPr id="30" name="Text 28"/>
          <p:cNvSpPr txBox="1"/>
          <p:nvPr/>
        </p:nvSpPr>
        <p:spPr>
          <a:xfrm>
            <a:off x="7013448" y="497433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enterprise data sources the CSV was the only required input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5669280"/>
            <a:ext cx="310896" cy="31089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5669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56" dirty="0"/>
          </a:p>
        </p:txBody>
      </p:sp>
      <p:sp>
        <p:nvSpPr>
          <p:cNvPr id="33" name="Text 31"/>
          <p:cNvSpPr txBox="1"/>
          <p:nvPr/>
        </p:nvSpPr>
        <p:spPr>
          <a:xfrm>
            <a:off x="7013448" y="561441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thresholds  used documented heuristics instead; first thing to replace with labeled outcomes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score first, reason second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narrates and answers questions. It never invents the verdict.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2F7F7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733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Case data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0312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sample_cases.csv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claims x 10 signals, plus one cross-case check for duplicate claim numbers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4003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2F7F7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6733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Rule engine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10312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scoring.py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weighted thresholds -&gt; 0-100 score + ranked, itemized indicator list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4003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2F7F7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6733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Evidence packet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10312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score, risk level, confidence, and every triggered indicator with its own explanation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4003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5256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46A7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7152" y="16733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Narration layer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217152" y="210312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templates by default, or Claude if a key is set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summary and answers follow-ups from the packet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7E8"/>
          </a:solidFill>
          <a:ln w="12700">
            <a:solidFill>
              <a:srgbClr val="F0DD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245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rule: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only ever handed the evidence packet, never the raw signals alone, it can explain and narrate a score, but it cannot compute a different one. On any API error, the app falls back to the mock reasoner automatically rather than showing a broken assessment.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past 50 cases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504688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CSV loader for a query against the claims warehouse; nothing downstream changes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assessments per case; only re-score when the underlying claim data changes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LLM narration calls and cache results; the deterministic score never needs the LLM at all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Trade-offs, risks, and staying human-in-the-loop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2F7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441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&amp; risks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LLM call per case adds latency and cost at scale offset by caching and batching narration, not by re-running the score.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documented defaults, not yet learned from labeled outcomes, the biggest open risk here.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'low risk' costs more than a false 'high risk’,  ambiguous cases are routed to medium, not low.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Over-trust / abuse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investigator could rubber-stamp findings unread  logged accept/reject is the check on that.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1430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46A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3441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human stays in control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37960" y="17830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4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6958584" y="17373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its itemized evidence, never a bare number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26974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4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16" name="Text 14"/>
          <p:cNvSpPr txBox="1"/>
          <p:nvPr/>
        </p:nvSpPr>
        <p:spPr>
          <a:xfrm>
            <a:off x="6958584" y="26517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recommends a next step; it never files, closes, or escalates a case itself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6118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4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958584" y="35661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is explicit and logged  the seed of a feedback loop for retuning the scorer over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4526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4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480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chat is grounded in that case's own record and says so when it doesn't know something, instead of guessing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579</Words>
  <Application>Microsoft Macintosh PowerPoint</Application>
  <PresentationFormat>Widescreen</PresentationFormat>
  <Paragraphs>67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Chandini Nekkanti</cp:lastModifiedBy>
  <cp:revision>2</cp:revision>
  <dcterms:created xsi:type="dcterms:W3CDTF">2026-09-15T20:11:18Z</dcterms:created>
  <dcterms:modified xsi:type="dcterms:W3CDTF">2026-09-17T05:16:30Z</dcterms:modified>
</cp:coreProperties>
</file>